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AIR QUALITY TRENDS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AND POLLUTION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B4E1E1"/>
                </a:solidFill>
                <a:latin typeface="Aptos"/>
              </a:defRPr>
            </a:pPr>
            <a:r>
              <a:t>A data-driven study of city-level AQI across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Prepared by: Akhil.M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B.Tech Artificial Intelligence and Data Science — Second Year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VSB Engineering College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Data Science Intern | Next Gen Software Hub Pvt. Ltd.</a:t>
            </a:r>
          </a:p>
          <a:p>
            <a:pPr>
              <a:spcAft>
                <a:spcPts val="8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Internship: 23 September – 21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Goal: explore air-quality patterns and AQI differences across Indian cities.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Dataset coverage: 1 January 2015 to 1 July 2020.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Scale: 29,531 records, 16 columns, and 26 cities.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Workflow: inspect → clean → explore → compare → correlate → communicate.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2. Dataset and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Core fields include City, Date, pollutant measurements, AQI, and AQI_Bucket.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Pollutants include PM2.5, PM10, NO₂, CO, SO₂, and O₃.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Tools: Python 3.14.7, pandas, NumPy, Matplotlib, and Seaborn.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Source: Kaggle Air Quality Data in India. Verify current license and attribution before public release.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3. Data Quality and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No duplicate City–Date combinations were detected.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No negative values were found in the checked numeric columns.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Missing values were preserved rather than filled with unsupported assumptions.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Xylene missing: 61.32%; PM10: 37.72%; AQI: 15.85%.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The original CSV was preserved; a separate cleaned CSV was created.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4. City-Level AQI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•  Ahmedabad: 452.12 average recorded AQI</a:t>
            </a:r>
          </a:p>
          <a:p>
            <a:pPr>
              <a:spcAft>
                <a:spcPts val="8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•  Delhi: 259.49</a:t>
            </a:r>
          </a:p>
          <a:p>
            <a:pPr>
              <a:spcAft>
                <a:spcPts val="8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•  Patna: 240.78</a:t>
            </a:r>
          </a:p>
          <a:p>
            <a:pPr>
              <a:spcAft>
                <a:spcPts val="8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•  Gurugram: 225.12</a:t>
            </a:r>
          </a:p>
          <a:p>
            <a:pPr>
              <a:spcAft>
                <a:spcPts val="8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•  Lucknow: 217.97</a:t>
            </a:r>
          </a:p>
          <a:p>
            <a:pPr>
              <a:spcAft>
                <a:spcPts val="800"/>
              </a:spcAft>
              <a:defRPr sz="1700" b="0">
                <a:solidFill>
                  <a:srgbClr val="232D37"/>
                </a:solidFill>
                <a:latin typeface="Aptos"/>
              </a:defRPr>
            </a:pPr>
            <a:r>
              <a:t>•  These are descriptive averages of available AQI records; missingness and coverage may affect comparisons.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5. AQI Category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24,850 records had AQI category data.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Moderate: 8,829 records (35.53%).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Satisfactory: 8,224 records (33.10%).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Poor + Very Poor + Severe: approximately 26.0%.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Moderate was the most frequent category in the available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6. Trends and Fair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Same seven cities compared across 2015–2019: Ahmedabad, Bengaluru, Chennai, Delhi, Hyderabad, Lucknow, Patna.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Mean of city-level annual AQI averages: 2015 223.58; 2016 210.75; 2017 240.50; 2018 232.60; 2019 208.26.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The broad yearly summary has changing city coverage (7 cities in 2015, 26 in 2020).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2020 ends on 1 July; do not interpret the broad yearly decline as proof of nationwide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7. Pollutant Correlations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PM10 had the strongest selected correlation with AQI (r ≈ 0.803).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Other correlations: CO 0.68; PM2.5 0.66; NO₂ 0.54; SO₂ 0.49; O₃ 0.20.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Correlation does not imply causation.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AQI is calculated from pollutant measurements, so association is expected.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8.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Substantial missingness can affect averages and correlations.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City coverage varies over time; 2020 is a partial year.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City averages hide daily, seasonal, and monitoring-location variation.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Correlations are associations, not proof of causal effects.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Verify dataset licensing and attribution before publishing.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62B4A"/>
                </a:solidFill>
                <a:latin typeface="Aptos"/>
              </a:defRPr>
            </a:pPr>
            <a:r>
              <a:t>9. Conclusion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68680"/>
            <a:ext cx="1005840" cy="54864"/>
          </a:xfrm>
          <a:prstGeom prst="rect">
            <a:avLst/>
          </a:prstGeom>
          <a:solidFill>
            <a:srgbClr val="0082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5A697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A reproducible Python workflow was developed for cleaning and analyzing city-level air-quality data.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The analysis identified city differences, AQI category patterns, and pollutant–AQI associations.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Findings are descriptive and must be interpreted with missingness and coverage limitations in mind.</a:t>
            </a:r>
          </a:p>
          <a:p>
            <a:pPr>
              <a:spcAft>
                <a:spcPts val="800"/>
              </a:spcAft>
              <a:defRPr sz="1900" b="0">
                <a:solidFill>
                  <a:srgbClr val="232D37"/>
                </a:solidFill>
                <a:latin typeface="Aptos"/>
              </a:defRPr>
            </a:pPr>
            <a:r>
              <a:t>•  Publish code with a README, verify source attribution, and submit the report and presentation.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Akhil.M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B.Tech Artificial Intelligence and Data Science — Second Year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VSB Engineering College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Data Science Intern | Next Gen Software Hub Pvt.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